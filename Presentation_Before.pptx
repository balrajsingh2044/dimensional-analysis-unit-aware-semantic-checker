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Dimensional Analysis Semantic Checker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Preventing the next Mars Climate Orbiter disaster</a:t>
            </a:r>
          </a:p>
          <a:p/>
          <a:p>
            <a:r>
              <a:t>Team: Balraj, Ayansh, Shreyansh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Architecture (The 'Before' State)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Frontend Pipeline (Completed)</a:t>
            </a:r>
          </a:p>
          <a:p>
            <a:pPr lvl="1"/>
            <a:r>
              <a:t>Lexer &amp; Parser: Successfully reads .dim source files.</a:t>
            </a:r>
          </a:p>
          <a:p>
            <a:pPr lvl="1"/>
            <a:r>
              <a:t>Abstract Syntax Tree (AST): Correctly built from syntax.</a:t>
            </a:r>
          </a:p>
          <a:p>
            <a:pPr lvl="1"/>
            <a:r>
              <a:t>Symbol Table: Populated with variables and basic types.</a:t>
            </a:r>
          </a:p>
          <a:p>
            <a:pPr>
              <a:defRPr b="1"/>
            </a:pPr>
            <a:r>
              <a:t>Current Status: The compiler perfectly understands grammar, but not physics.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Gap: Syntax vs.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Harness Results:</a:t>
            </a:r>
          </a:p>
          <a:p>
            <a:pPr lvl="1"/>
            <a:r>
              <a:t>5 Valid Tests: PASSED (Syntax is correct)</a:t>
            </a:r>
          </a:p>
          <a:p>
            <a:pPr lvl="1"/>
            <a:r>
              <a:t>4 Invalid Tests: FAILED (Semantics are missing)</a:t>
            </a:r>
          </a:p>
          <a:p>
            <a:pPr lvl="1"/>
            <a:r>
              <a:t>Example: 'let bad = distance + time' is accepted.</a:t>
            </a:r>
          </a:p>
          <a:p>
            <a:pPr>
              <a:defRPr b="1"/>
            </a:pPr>
            <a:r>
              <a:t>The frontend parses it without complaining because the syntax is valid. But physically, you cannot add meters to seconds!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Closing 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 in the Pipeline:</a:t>
            </a:r>
          </a:p>
          <a:p>
            <a:pPr lvl="1"/>
            <a:r>
              <a:t>Semantic Checker (Ayansh): Walks the AST, calculates dimensional vectors, and throws compile-time errors on unit mismatches.</a:t>
            </a:r>
          </a:p>
          <a:p>
            <a:pPr lvl="1"/>
            <a:r>
              <a:t>Code Generator (Shreyansh): Takes the validated AST, strips away unit metadata, and emits pure, zero-overhead C code.</a:t>
            </a:r>
          </a:p>
          <a:p>
            <a:pPr>
              <a:defRPr b="1"/>
            </a:pPr>
            <a:r>
              <a:t>Result: A robust compiler that catches physical impossibilities before the code ever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